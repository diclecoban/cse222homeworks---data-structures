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3" r:id="rId8"/>
    <p:sldId id="262" r:id="rId9"/>
    <p:sldId id="261" r:id="rId10"/>
    <p:sldId id="265" r:id="rId11"/>
  </p:sldIdLst>
  <p:sldSz cx="12192000" cy="6858000"/>
  <p:notesSz cx="6858000" cy="9144000"/>
  <p:defaultTextStyle>
    <a:defPPr>
      <a:defRPr lang="en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86"/>
    <p:restoredTop sz="94682"/>
  </p:normalViewPr>
  <p:slideViewPr>
    <p:cSldViewPr snapToGrid="0">
      <p:cViewPr varScale="1">
        <p:scale>
          <a:sx n="119" d="100"/>
          <a:sy n="119" d="100"/>
        </p:scale>
        <p:origin x="4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8E9BC-572F-3A41-F775-372CFFA410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D0DCB0-32C9-71A2-1C97-0E914DE601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B3B14-C8F6-BE76-1F21-24F669126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4B8D6-E2D1-374C-95A0-1AE6A91CC0C3}" type="datetimeFigureOut">
              <a:rPr lang="en-TR" smtClean="0"/>
              <a:t>22.04.2024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0D32B-4609-0F33-F834-F356BE0A1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2AFBD-802B-5534-28DA-5615B448A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B3A19-D328-F94C-A50D-BEA5637406DD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405017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A0944-F487-CFC7-A2B8-27F1325AA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01B91-B8AE-4A3D-8291-8F6BC1533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C236F-4F21-80D3-09A5-67AFCFB8A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4B8D6-E2D1-374C-95A0-1AE6A91CC0C3}" type="datetimeFigureOut">
              <a:rPr lang="en-TR" smtClean="0"/>
              <a:t>22.04.2024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939B9-08F5-0B34-7D6C-C536C08A3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FE6EC-3E66-E63C-D453-CE3EFE637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B3A19-D328-F94C-A50D-BEA5637406DD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612511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98F1E-86C5-F2EE-2E66-50028A271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3DAE1E-0A34-72BC-80B9-F39BF74FC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4FC1F-A551-16BB-0A69-B92E33BA4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4B8D6-E2D1-374C-95A0-1AE6A91CC0C3}" type="datetimeFigureOut">
              <a:rPr lang="en-TR" smtClean="0"/>
              <a:t>22.04.2024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ED66A-5524-4C11-B49D-A01E0CAF0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BCEDA-ADDC-AEAF-ED05-CC6AB7151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B3A19-D328-F94C-A50D-BEA5637406DD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677880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C720C-6945-102C-C1B9-9863DAF19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2FEF1-88E9-70B3-8342-49607A7347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1D6A7-4113-E59D-F971-98B8921BE9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4C3507-C553-858B-A0AC-4028943D6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4B8D6-E2D1-374C-95A0-1AE6A91CC0C3}" type="datetimeFigureOut">
              <a:rPr lang="en-TR" smtClean="0"/>
              <a:t>22.04.2024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F3D154-F0C3-FD85-5204-36A6ED432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78228B-E855-E998-6547-5BCD19F64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B3A19-D328-F94C-A50D-BEA5637406DD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782987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5CAC1-EAF6-F667-F138-4E5169077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6000C9-F0BF-F0F7-3848-B49B40EFD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EE7D2A-F9F5-8A00-9C69-9AD19AB128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D5E074-60A4-E7F3-CD65-14D91A9E9E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9280CD-FCDA-8B2B-2F75-E9A04CCEEC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21AE8C-14EE-11F7-2C70-B9DA64ED9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4B8D6-E2D1-374C-95A0-1AE6A91CC0C3}" type="datetimeFigureOut">
              <a:rPr lang="en-TR" smtClean="0"/>
              <a:t>22.04.2024</a:t>
            </a:fld>
            <a:endParaRPr lang="en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70F88A-16AE-E8B5-83B9-23BFC305C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E8C8C7-CE08-A88E-0DED-D82F6B811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B3A19-D328-F94C-A50D-BEA5637406DD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483637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1D611-6CC2-7012-E30C-2E4BB40E3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8D2442-6D47-1CEA-2A1F-652A4A850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4B8D6-E2D1-374C-95A0-1AE6A91CC0C3}" type="datetimeFigureOut">
              <a:rPr lang="en-TR" smtClean="0"/>
              <a:t>22.04.2024</a:t>
            </a:fld>
            <a:endParaRPr lang="en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DB09DC-4FD6-CAE8-AB5F-DAD6EBBE9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3ADCCB-7317-5486-480E-F5D9B93D7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B3A19-D328-F94C-A50D-BEA5637406DD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25586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E3FE5B-D07C-5E1C-8A98-52D4E3A75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4B8D6-E2D1-374C-95A0-1AE6A91CC0C3}" type="datetimeFigureOut">
              <a:rPr lang="en-TR" smtClean="0"/>
              <a:t>22.04.2024</a:t>
            </a:fld>
            <a:endParaRPr lang="en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62A7BE-FCB6-09C6-C3A7-5B02066A4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4E170-A021-7625-D2F7-6828E86E9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B3A19-D328-F94C-A50D-BEA5637406DD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773208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81258-8CCC-51EA-3643-946593C01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7868D-51D9-AC90-1328-2BA22AC75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364BFE-AA14-37D4-9E8D-B84DFAD96E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FB139-18E0-E135-0CFB-811228707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4B8D6-E2D1-374C-95A0-1AE6A91CC0C3}" type="datetimeFigureOut">
              <a:rPr lang="en-TR" smtClean="0"/>
              <a:t>22.04.2024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B7A0B-9912-F9FA-4715-AD8BE65B2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579405-A174-3C06-5115-DAFC82EDF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B3A19-D328-F94C-A50D-BEA5637406DD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22173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AB021-6378-E7FC-A879-B2950DB2C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692BAA-0274-9B21-926C-F06CF09FDB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84807E-FE2F-A90B-7F54-FA69A0954E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A25EAD-A30C-5663-C39D-B15DD5D9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4B8D6-E2D1-374C-95A0-1AE6A91CC0C3}" type="datetimeFigureOut">
              <a:rPr lang="en-TR" smtClean="0"/>
              <a:t>22.04.2024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6639F8-71A7-B8FA-0D6A-60548EFF5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571312-4419-E157-62CF-D14F2D928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B3A19-D328-F94C-A50D-BEA5637406DD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053478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2A1AC-D24D-DFA5-26B7-7DBF1F9B8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B31CCD-F95E-0A6E-A5EF-C4EE20359D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1EB18-8236-218E-3C03-F78D2B878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4B8D6-E2D1-374C-95A0-1AE6A91CC0C3}" type="datetimeFigureOut">
              <a:rPr lang="en-TR" smtClean="0"/>
              <a:t>22.04.2024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60766-1036-7B0C-21FB-67F2F23E1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6F128-3E11-7DDF-5583-7B5744EB7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B3A19-D328-F94C-A50D-BEA5637406DD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764940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B8DC4C-4C13-E861-C43D-ACCA897B8B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25AD6B-6F83-5C1D-4D72-83496C0EA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06B31-FACB-06B1-E4C8-699A17DC9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4B8D6-E2D1-374C-95A0-1AE6A91CC0C3}" type="datetimeFigureOut">
              <a:rPr lang="en-TR" smtClean="0"/>
              <a:t>22.04.2024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63F54-8EDA-87D0-1000-977B16C3E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47675-1521-037A-7D22-B8E856318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B3A19-D328-F94C-A50D-BEA5637406DD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150702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F084E4-2F23-C371-4D22-D32AC39B2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304085-180B-3A6C-242B-F7CE6E0D0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E2A3D-100F-26BE-1BE5-69EA7318A6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4B8D6-E2D1-374C-95A0-1AE6A91CC0C3}" type="datetimeFigureOut">
              <a:rPr lang="en-TR" smtClean="0"/>
              <a:t>22.04.2024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A8E6C-0E07-67FC-EC03-3605D72965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F95BF-0F96-BA2A-DEF3-8E1FC8CAA5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B3A19-D328-F94C-A50D-BEA5637406DD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787831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FA321A25-475D-BEC3-B0E4-09D6A5629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146" y="0"/>
            <a:ext cx="3887025" cy="6858000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BFBED86D-245A-85B9-5FCE-296E2556F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901" y="0"/>
            <a:ext cx="370993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BAEDFF-D763-D6F5-DD61-76F6A36BD86B}"/>
              </a:ext>
            </a:extLst>
          </p:cNvPr>
          <p:cNvSpPr txBox="1"/>
          <p:nvPr/>
        </p:nvSpPr>
        <p:spPr>
          <a:xfrm>
            <a:off x="9084038" y="2690336"/>
            <a:ext cx="19187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R" dirty="0"/>
              <a:t>Creating home and user directories and going into that directories</a:t>
            </a:r>
          </a:p>
        </p:txBody>
      </p:sp>
    </p:spTree>
    <p:extLst>
      <p:ext uri="{BB962C8B-B14F-4D97-AF65-F5344CB8AC3E}">
        <p14:creationId xmlns:p14="http://schemas.microsoft.com/office/powerpoint/2010/main" val="605471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50AE8B16-07E1-F0CE-A85A-743A7DEC2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370114"/>
            <a:ext cx="5651500" cy="5334000"/>
          </a:xfrm>
          <a:prstGeom prst="rect">
            <a:avLst/>
          </a:prstGeom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00E03E6E-4102-A83A-D163-0BB48CAB2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70114"/>
            <a:ext cx="5842000" cy="5359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531CA0-1033-B6E6-8793-DE7083D984C8}"/>
              </a:ext>
            </a:extLst>
          </p:cNvPr>
          <p:cNvSpPr txBox="1"/>
          <p:nvPr/>
        </p:nvSpPr>
        <p:spPr>
          <a:xfrm>
            <a:off x="3015124" y="6118554"/>
            <a:ext cx="6161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Creating Desktop directory then going into Desktop directory</a:t>
            </a:r>
          </a:p>
        </p:txBody>
      </p:sp>
    </p:spTree>
    <p:extLst>
      <p:ext uri="{BB962C8B-B14F-4D97-AF65-F5344CB8AC3E}">
        <p14:creationId xmlns:p14="http://schemas.microsoft.com/office/powerpoint/2010/main" val="763142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1425E099-5141-5F5E-E0EE-5DB7937D2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052079" cy="6858000"/>
          </a:xfrm>
          <a:prstGeom prst="rect">
            <a:avLst/>
          </a:prstGeom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270E3EDD-FED4-0BD0-B8FC-62310C7AF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936" y="293913"/>
            <a:ext cx="6108649" cy="46200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DB1DD1-ABD9-611B-0C90-53AA41AFB4DC}"/>
              </a:ext>
            </a:extLst>
          </p:cNvPr>
          <p:cNvSpPr txBox="1"/>
          <p:nvPr/>
        </p:nvSpPr>
        <p:spPr>
          <a:xfrm>
            <a:off x="4618489" y="5381469"/>
            <a:ext cx="59555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Creating a Random directory then going into that directory.</a:t>
            </a:r>
            <a:br>
              <a:rPr lang="en-TR" dirty="0"/>
            </a:br>
            <a:r>
              <a:rPr lang="en-TR" dirty="0"/>
              <a:t>Creating a dicle.txt file</a:t>
            </a:r>
          </a:p>
        </p:txBody>
      </p:sp>
    </p:spTree>
    <p:extLst>
      <p:ext uri="{BB962C8B-B14F-4D97-AF65-F5344CB8AC3E}">
        <p14:creationId xmlns:p14="http://schemas.microsoft.com/office/powerpoint/2010/main" val="1568381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DAB49D38-6F02-E363-1569-197C9F799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596"/>
            <a:ext cx="5943600" cy="4533622"/>
          </a:xfrm>
          <a:prstGeom prst="rect">
            <a:avLst/>
          </a:prstGeom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CB881AF2-CCD9-2920-9247-1A32424AC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237" y="87796"/>
            <a:ext cx="6385763" cy="58469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004BAA-BEA0-4ED8-84D5-9CCAD073C325}"/>
              </a:ext>
            </a:extLst>
          </p:cNvPr>
          <p:cNvSpPr txBox="1"/>
          <p:nvPr/>
        </p:nvSpPr>
        <p:spPr>
          <a:xfrm>
            <a:off x="323534" y="4934139"/>
            <a:ext cx="52080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Creating a coban.txt file into the Random directory.</a:t>
            </a:r>
          </a:p>
          <a:p>
            <a:r>
              <a:rPr lang="en-TR" dirty="0"/>
              <a:t>Printing the tree diagram</a:t>
            </a:r>
          </a:p>
        </p:txBody>
      </p:sp>
    </p:spTree>
    <p:extLst>
      <p:ext uri="{BB962C8B-B14F-4D97-AF65-F5344CB8AC3E}">
        <p14:creationId xmlns:p14="http://schemas.microsoft.com/office/powerpoint/2010/main" val="13613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75F09832-8533-1175-E05E-94A9BEC4B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07" y="402808"/>
            <a:ext cx="6062593" cy="4593538"/>
          </a:xfrm>
          <a:prstGeom prst="rect">
            <a:avLst/>
          </a:prstGeom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1252A3AD-E5E3-C454-51CF-A0C173486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02808"/>
            <a:ext cx="6051533" cy="53486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0DD933-1A86-30C3-64E0-18E395E58D5D}"/>
              </a:ext>
            </a:extLst>
          </p:cNvPr>
          <p:cNvSpPr txBox="1"/>
          <p:nvPr/>
        </p:nvSpPr>
        <p:spPr>
          <a:xfrm>
            <a:off x="0" y="5105110"/>
            <a:ext cx="63724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Deleting the coban.txt file.</a:t>
            </a:r>
            <a:br>
              <a:rPr lang="en-TR" dirty="0"/>
            </a:br>
            <a:r>
              <a:rPr lang="en-TR" dirty="0"/>
              <a:t>Showing the coban.txt file deleted from the Random directory</a:t>
            </a:r>
          </a:p>
        </p:txBody>
      </p:sp>
    </p:spTree>
    <p:extLst>
      <p:ext uri="{BB962C8B-B14F-4D97-AF65-F5344CB8AC3E}">
        <p14:creationId xmlns:p14="http://schemas.microsoft.com/office/powerpoint/2010/main" val="1005165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3855E7E9-5BC5-B734-CAD5-349E4D97F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81547" cy="6858000"/>
          </a:xfrm>
          <a:prstGeom prst="rect">
            <a:avLst/>
          </a:prstGeom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4D98220D-9C62-36C4-8E12-19896C40B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1748" y="160777"/>
            <a:ext cx="5456408" cy="50674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18BDC5-0BDB-5D2C-C2A0-CF82C52EC1C3}"/>
              </a:ext>
            </a:extLst>
          </p:cNvPr>
          <p:cNvSpPr txBox="1"/>
          <p:nvPr/>
        </p:nvSpPr>
        <p:spPr>
          <a:xfrm>
            <a:off x="4894731" y="5429965"/>
            <a:ext cx="47064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R" dirty="0"/>
              <a:t>Deleting the Random directory (also dicle.txt file using recursive deleteDirectory function.</a:t>
            </a:r>
            <a:br>
              <a:rPr lang="en-TR" dirty="0"/>
            </a:br>
            <a:r>
              <a:rPr lang="en-TR" dirty="0"/>
              <a:t>Showing the Random directory deleted.</a:t>
            </a:r>
          </a:p>
        </p:txBody>
      </p:sp>
    </p:spTree>
    <p:extLst>
      <p:ext uri="{BB962C8B-B14F-4D97-AF65-F5344CB8AC3E}">
        <p14:creationId xmlns:p14="http://schemas.microsoft.com/office/powerpoint/2010/main" val="1436968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B1105A5C-695E-AD8D-A058-78AD84F69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01519" cy="6858000"/>
          </a:xfrm>
          <a:prstGeom prst="rect">
            <a:avLst/>
          </a:prstGeom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087CB08E-115D-2E2B-1CE1-B3C9CF9C7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5234" y="181623"/>
            <a:ext cx="5167177" cy="49429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A7E7C7-9168-0B67-719E-01894C087696}"/>
              </a:ext>
            </a:extLst>
          </p:cNvPr>
          <p:cNvSpPr txBox="1"/>
          <p:nvPr/>
        </p:nvSpPr>
        <p:spPr>
          <a:xfrm>
            <a:off x="4545234" y="5245800"/>
            <a:ext cx="57603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R" dirty="0"/>
              <a:t>Creating sara.txt file then listing the files/directories inside of current directory.</a:t>
            </a:r>
          </a:p>
          <a:p>
            <a:r>
              <a:rPr lang="en-US" dirty="0"/>
              <a:t>M</a:t>
            </a:r>
            <a:r>
              <a:rPr lang="en-TR" dirty="0"/>
              <a:t>oving the sara.txt file from Desktop directory to user directory.</a:t>
            </a:r>
          </a:p>
        </p:txBody>
      </p:sp>
    </p:spTree>
    <p:extLst>
      <p:ext uri="{BB962C8B-B14F-4D97-AF65-F5344CB8AC3E}">
        <p14:creationId xmlns:p14="http://schemas.microsoft.com/office/powerpoint/2010/main" val="495444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33C6A897-CB6D-E420-0A62-AA0C7BF89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83" y="243703"/>
            <a:ext cx="5774536" cy="5581650"/>
          </a:xfrm>
          <a:prstGeom prst="rect">
            <a:avLst/>
          </a:prstGeom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DD738006-46E2-BFB2-412B-CD633082D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2691" y="243703"/>
            <a:ext cx="5802445" cy="50079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754837-D9E1-FA6E-7E25-3BD491820268}"/>
              </a:ext>
            </a:extLst>
          </p:cNvPr>
          <p:cNvSpPr txBox="1"/>
          <p:nvPr/>
        </p:nvSpPr>
        <p:spPr>
          <a:xfrm>
            <a:off x="403123" y="5967966"/>
            <a:ext cx="5261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R" dirty="0"/>
              <a:t>Showing while using printing the tree diagram that sara.txt file inside of user directory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E53228-51C2-8184-C151-86012F7680F4}"/>
              </a:ext>
            </a:extLst>
          </p:cNvPr>
          <p:cNvSpPr txBox="1"/>
          <p:nvPr/>
        </p:nvSpPr>
        <p:spPr>
          <a:xfrm>
            <a:off x="7160455" y="5456021"/>
            <a:ext cx="2972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  <a:r>
              <a:rPr lang="en-TR" dirty="0"/>
              <a:t>reating a dicle.txt file again</a:t>
            </a:r>
          </a:p>
        </p:txBody>
      </p:sp>
    </p:spTree>
    <p:extLst>
      <p:ext uri="{BB962C8B-B14F-4D97-AF65-F5344CB8AC3E}">
        <p14:creationId xmlns:p14="http://schemas.microsoft.com/office/powerpoint/2010/main" val="2233601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6F5FCC0A-541E-B586-27EB-BBEA306AB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82" y="234124"/>
            <a:ext cx="5383599" cy="5601698"/>
          </a:xfrm>
          <a:prstGeom prst="rect">
            <a:avLst/>
          </a:prstGeom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0677E62F-15A3-A901-8F36-C4DEC0B3B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449" y="172479"/>
            <a:ext cx="5211597" cy="56633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B7C208-75AD-7899-9C55-5AD6D66C1544}"/>
              </a:ext>
            </a:extLst>
          </p:cNvPr>
          <p:cNvSpPr txBox="1"/>
          <p:nvPr/>
        </p:nvSpPr>
        <p:spPr>
          <a:xfrm>
            <a:off x="251082" y="5977545"/>
            <a:ext cx="3967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  <a:r>
              <a:rPr lang="en-TR" dirty="0"/>
              <a:t>earch sara.txt file and it exists into the /home/user directory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1E045D-2190-52FA-0D9A-80A53576839C}"/>
              </a:ext>
            </a:extLst>
          </p:cNvPr>
          <p:cNvSpPr txBox="1"/>
          <p:nvPr/>
        </p:nvSpPr>
        <p:spPr>
          <a:xfrm>
            <a:off x="6089449" y="5931378"/>
            <a:ext cx="4923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Sorting the files according to their created dates</a:t>
            </a:r>
          </a:p>
        </p:txBody>
      </p:sp>
    </p:spTree>
    <p:extLst>
      <p:ext uri="{BB962C8B-B14F-4D97-AF65-F5344CB8AC3E}">
        <p14:creationId xmlns:p14="http://schemas.microsoft.com/office/powerpoint/2010/main" val="1424865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264DAC47-ECFD-6BC2-CFC4-C40106CF1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60" y="476250"/>
            <a:ext cx="6045200" cy="5905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C206C1-40B4-F10E-AE3C-ADFAE9D7A8D4}"/>
              </a:ext>
            </a:extLst>
          </p:cNvPr>
          <p:cNvSpPr txBox="1"/>
          <p:nvPr/>
        </p:nvSpPr>
        <p:spPr>
          <a:xfrm>
            <a:off x="6863379" y="2667896"/>
            <a:ext cx="45996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Searching gtu.txt.</a:t>
            </a:r>
            <a:br>
              <a:rPr lang="en-TR" dirty="0"/>
            </a:br>
            <a:r>
              <a:rPr lang="en-TR" dirty="0"/>
              <a:t>I didn’t create it so the function can’t found it</a:t>
            </a:r>
          </a:p>
        </p:txBody>
      </p:sp>
    </p:spTree>
    <p:extLst>
      <p:ext uri="{BB962C8B-B14F-4D97-AF65-F5344CB8AC3E}">
        <p14:creationId xmlns:p14="http://schemas.microsoft.com/office/powerpoint/2010/main" val="2640368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185</Words>
  <Application>Microsoft Macintosh PowerPoint</Application>
  <PresentationFormat>Widescreen</PresentationFormat>
  <Paragraphs>14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DİCLE ÇOBAN</dc:creator>
  <cp:lastModifiedBy>DİCLE ÇOBAN</cp:lastModifiedBy>
  <cp:revision>1</cp:revision>
  <dcterms:created xsi:type="dcterms:W3CDTF">2024-04-22T19:38:14Z</dcterms:created>
  <dcterms:modified xsi:type="dcterms:W3CDTF">2024-04-22T19:50:03Z</dcterms:modified>
</cp:coreProperties>
</file>